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个人资产管理系统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9C12"/>
                </a:solidFill>
              </a:defRPr>
            </a:pPr>
            <a:r>
              <a:t>Web编程基础期末大作业 | PHP+MySQL动态网站开发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汇报目录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项目概述与主题定位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项目需求分析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功能模块设计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数据库设计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AI辅助使用记录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6. 系统开发流程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7. 功能调试与优化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8. 安全设计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9. 使用心得与总结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系统名称：个人资产管理系统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目标用户：需要管理个人资产的普通用户及系统管理员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核心用途：帮助用户记录、管理和统计个人资产信息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业务场景：现金、银行存款、投资、房产、车辆等各类资产的管理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设计初衷：让用户清晰掌握个人财务状况，合理规划资产配置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技术栈：HTML5 + CSS3 + JavaScript + PHP + MySQL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界面风格：深蓝色主色调 + 橙色强调色，简洁美观、响应式设计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功能需求分析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9C12"/>
                </a:solidFill>
              </a:defRPr>
            </a:pPr>
            <a:r>
              <a:t>普通用户功能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用户注册与登录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个人资产增删改查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资产分类管理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资产搜索与分页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数据统计与图表展示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个人中心信息修改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9C12"/>
                </a:solidFill>
              </a:defRPr>
            </a:pPr>
            <a:r>
              <a:t>管理员功能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用户管理与删除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查看所有用户资产统计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系统数据监控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权限分级控制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非功能需求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性能需求：页面响应速度 &lt; 2秒，支持分页查询优化大数据量加载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安全性：密码加密存储、SQL防注入、XSS防护、CSRF防护、权限控制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兼容性：支持Chrome、Firefox、Edge等主流浏览器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易用性：界面简洁直观，操作流程清晰，支持响应式布局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可维护性：代码结构清晰，模块化设计，注释完善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运行环境：PHP 7.4+、MySQL 5.7+、Apache/Nginx服务器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功能模块设计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用户认证模块：注册、登录、退出、个人中心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资产管理模块：资产增删改查、分类筛选、搜索分页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分类管理模块：资产分类的添加、删除、图标颜色自定义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数据统计模块：资产总览统计、分类饼图、最近资产列表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系统管理模块：用户列表、搜索、分页、删除（管理员专属）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公共模块：数据库连接、权限检查、工具函数、侧边导航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数据库设计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用户表 (users)：id、username、password、email、phone、avatar、role、created_at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主键：id，索引：username、email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密码使用VARCHAR(255)存储加密后的哈希值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资产表 (assets)：id、user_id、category_id、name、amount、description、purchase_date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外键：user_id → users(id)，category_id → categories(id)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索引：user_id、category_id、name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分类表 (categories)：id、name、icon、color、created_at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主键：id，唯一索引：name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满足第三范式，表结构合理，字段类型规范，关系正确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AI辅助使用记录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使用AI工具：Trae IDE内置AI助手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关键Prompt示例：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选题阶段：'帮我设计一个PHP+MySQL的个人资产管理系统的功能模块'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数据库设计：'设计个人资产管理系统的数据库表结构，包含用户、资产、分类表'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代码开发：'帮我实现PHP的用户登录功能，包含密码加密和Session管理'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安全优化：'如何防止SQL注入和XSS攻击，给出PHP代码示例'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Bug排查：'管理员登录显示密码错误，帮我排查问题'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AI反馈与迭代：根据AI生成的代码进行测试、验证和修改优化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AI辅助与个人原创区分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9C12"/>
                </a:solidFill>
              </a:defRPr>
            </a:pPr>
            <a:r>
              <a:t>AI辅助内容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代码框架和基础结构生成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数据库表结构建议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安全防护措施方案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CSS样式布局参考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Bug排查思路指导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39C12"/>
                </a:solidFill>
              </a:defRPr>
            </a:pPr>
            <a:r>
              <a:t>个人原创内容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需求分析与功能规划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模块划分与业务流程设计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界面配色与风格定义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代码测试与逻辑验证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安全策略的具体实现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调试过程中的问题修复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系统开发流程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1. 主题确定：选择个人资产管理作为系统主题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2. 需求分析：明确用户角色、功能需求、非功能需求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3. 模块设计：划分用户认证、资产管理、分类管理、数据统计等模块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4. 数据库设计：设计users、assets、categories三张核心表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5. 前端制作：首页、登录页、后台布局、响应式设计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6. 后端编码：PHP业务逻辑、数据库操作、Session管理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7. 前后端联调：页面跳转、数据交互、表单提交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8. 功能完善：搜索、分页、统计图表、权限控制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9. 安全优化：密码加密、SQL防注入、XSS防护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10. 测试部署：功能测试、兼容性测试、安全测试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功能调试案例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案例1：管理员登录密码错误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问题现象：使用admin/admin123登录提示密码错误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原因分析：数据库中插入的密码哈希值与实际密码不匹配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解决方法：使用PHP的password_hash()重新生成正确的密码哈希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案例2：资产删除权限控制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问题现象：普通用户可能删除他人资产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原因分析：删除操作未验证资产所属用户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解决方法：在删除SQL中添加user_id条件限制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案例3：分页参数边界处理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问题现象：手动输入page=0或负数导致报错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解决方法：使用max(1, intval())确保页码最小为1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安全设计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密码加密：使用password_hash()和password_verify()进行密码加密验证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SQL防注入：使用PDO预处理语句，所有用户输入参数化查询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XSS防护：使用htmlspecialchars()对输出内容进行转义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CSRF防护：生成随机Token并在表单提交时验证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权限控制：Session验证登录状态，区分普通用户和管理员权限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非法访问拦截：未登录用户自动跳转登录页，非管理员禁止访问管理页面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表单校验：前端+后端双重校验，防空值、防非法输入、防重复提交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系统页面展示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首页：系统介绍、功能特色展示、登录注册入口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登录页：用户名密码输入、表单验证、错误提示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后台首页：资产统计卡片、分类饼图、最近资产列表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资产列表：表格展示、搜索框、分类筛选、分页导航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资产添加/编辑：表单输入、分类选择、日期选择、描述文本框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分类管理：分类列表、添加删除、图标颜色展示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个人中心：信息修改、密码修改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用户管理（管理员）：用户列表、搜索、分页、删除操作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AI使用心得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AI在开发中的优势：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快速生成代码框架，提高开发效率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提供多种解决方案，拓宽思路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帮助排查错误，节省调试时间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AI的局限性：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生成的代码可能存在逻辑漏洞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需要人工验证和测试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- 对复杂业务理解不够深入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核心技巧：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1. 分步骤提问，从框架到细节逐步细化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  2. 对AI生成的代码进行测试验证后再使用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项目总结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本次作业完成了一个完整的个人资产管理系统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涵盖了需求分析、数据库设计、前后端开发、安全优化全流程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系统功能完整，包含用户认证、资产CRUD、分类管理、数据统计等核心功能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安全措施到位，包含密码加密、SQL防注入、XSS防护、权限控制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通过AI辅助提高了开发效率，同时注重个人原创内容的融入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在调试过程中独立解决了密码哈希、权限控制、分页边界等问题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整体达到了Web编程基础课程大作业的要求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39C12"/>
                </a:solidFill>
              </a:defRPr>
            </a:pPr>
            <a:r>
              <a:t>个人资产管理系统 | Web编程基础期末大作业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